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86" r:id="rId11"/>
    <p:sldId id="277" r:id="rId12"/>
    <p:sldId id="280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CC858-3C2D-48DA-850D-5A4C6F0817BA}" v="28" dt="2026-06-05T09:00:32.031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86"/>
  </p:normalViewPr>
  <p:slideViewPr>
    <p:cSldViewPr snapToGrid="0">
      <p:cViewPr varScale="1">
        <p:scale>
          <a:sx n="76" d="100"/>
          <a:sy n="76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A SRI" userId="8f9b0713fd853c88" providerId="LiveId" clId="{2D04160A-9DA6-42C6-8E0A-C632B9FFACE2}"/>
    <pc:docChg chg="undo custSel delSld modSld">
      <pc:chgData name="RUPA SRI" userId="8f9b0713fd853c88" providerId="LiveId" clId="{2D04160A-9DA6-42C6-8E0A-C632B9FFACE2}" dt="2026-06-05T09:00:34.033" v="1190" actId="20577"/>
      <pc:docMkLst>
        <pc:docMk/>
      </pc:docMkLst>
      <pc:sldChg chg="addSp delSp modSp mod">
        <pc:chgData name="RUPA SRI" userId="8f9b0713fd853c88" providerId="LiveId" clId="{2D04160A-9DA6-42C6-8E0A-C632B9FFACE2}" dt="2026-06-05T08:35:40.922" v="967" actId="20577"/>
        <pc:sldMkLst>
          <pc:docMk/>
          <pc:sldMk cId="0" sldId="257"/>
        </pc:sldMkLst>
        <pc:spChg chg="mod">
          <ac:chgData name="RUPA SRI" userId="8f9b0713fd853c88" providerId="LiveId" clId="{2D04160A-9DA6-42C6-8E0A-C632B9FFACE2}" dt="2026-06-05T06:12:11.140" v="127" actId="20577"/>
          <ac:spMkLst>
            <pc:docMk/>
            <pc:sldMk cId="0" sldId="257"/>
            <ac:spMk id="4" creationId="{A828B9EF-C084-F5D4-CA27-75AF7D995640}"/>
          </ac:spMkLst>
        </pc:spChg>
        <pc:spChg chg="mod">
          <ac:chgData name="RUPA SRI" userId="8f9b0713fd853c88" providerId="LiveId" clId="{2D04160A-9DA6-42C6-8E0A-C632B9FFACE2}" dt="2026-06-05T08:35:40.922" v="967" actId="20577"/>
          <ac:spMkLst>
            <pc:docMk/>
            <pc:sldMk cId="0" sldId="257"/>
            <ac:spMk id="7" creationId="{3D723CA3-EC2D-165A-F109-3759C4E9C8A4}"/>
          </ac:spMkLst>
        </pc:spChg>
        <pc:graphicFrameChg chg="mod modGraphic">
          <ac:chgData name="RUPA SRI" userId="8f9b0713fd853c88" providerId="LiveId" clId="{2D04160A-9DA6-42C6-8E0A-C632B9FFACE2}" dt="2026-06-05T06:32:23.733" v="502" actId="14100"/>
          <ac:graphicFrameMkLst>
            <pc:docMk/>
            <pc:sldMk cId="0" sldId="257"/>
            <ac:graphicFrameMk id="96" creationId="{00000000-0000-0000-0000-000000000000}"/>
          </ac:graphicFrameMkLst>
        </pc:graphicFrameChg>
        <pc:picChg chg="add mod">
          <ac:chgData name="RUPA SRI" userId="8f9b0713fd853c88" providerId="LiveId" clId="{2D04160A-9DA6-42C6-8E0A-C632B9FFACE2}" dt="2026-06-05T06:32:41.056" v="505" actId="14100"/>
          <ac:picMkLst>
            <pc:docMk/>
            <pc:sldMk cId="0" sldId="257"/>
            <ac:picMk id="3" creationId="{7A9E9EEB-AF4E-0BFF-1B96-7B50956E070E}"/>
          </ac:picMkLst>
        </pc:picChg>
        <pc:picChg chg="del">
          <ac:chgData name="RUPA SRI" userId="8f9b0713fd853c88" providerId="LiveId" clId="{2D04160A-9DA6-42C6-8E0A-C632B9FFACE2}" dt="2026-06-05T06:13:14.065" v="138" actId="478"/>
          <ac:picMkLst>
            <pc:docMk/>
            <pc:sldMk cId="0" sldId="257"/>
            <ac:picMk id="98" creationId="{00000000-0000-0000-0000-000000000000}"/>
          </ac:picMkLst>
        </pc:picChg>
      </pc:sldChg>
      <pc:sldChg chg="addSp delSp modSp mod">
        <pc:chgData name="RUPA SRI" userId="8f9b0713fd853c88" providerId="LiveId" clId="{2D04160A-9DA6-42C6-8E0A-C632B9FFACE2}" dt="2026-06-05T07:28:12.650" v="887" actId="14100"/>
        <pc:sldMkLst>
          <pc:docMk/>
          <pc:sldMk cId="0" sldId="262"/>
        </pc:sldMkLst>
        <pc:spChg chg="mod">
          <ac:chgData name="RUPA SRI" userId="8f9b0713fd853c88" providerId="LiveId" clId="{2D04160A-9DA6-42C6-8E0A-C632B9FFACE2}" dt="2026-06-05T07:28:00.672" v="886" actId="20577"/>
          <ac:spMkLst>
            <pc:docMk/>
            <pc:sldMk cId="0" sldId="262"/>
            <ac:spMk id="2" creationId="{78578745-3233-E2C4-2AF4-55BA57C68D3F}"/>
          </ac:spMkLst>
        </pc:spChg>
        <pc:picChg chg="add mod">
          <ac:chgData name="RUPA SRI" userId="8f9b0713fd853c88" providerId="LiveId" clId="{2D04160A-9DA6-42C6-8E0A-C632B9FFACE2}" dt="2026-06-05T07:28:12.650" v="887" actId="14100"/>
          <ac:picMkLst>
            <pc:docMk/>
            <pc:sldMk cId="0" sldId="262"/>
            <ac:picMk id="4" creationId="{FD9059A1-A449-6A2B-9008-6BF5D6ADF799}"/>
          </ac:picMkLst>
        </pc:picChg>
        <pc:picChg chg="del">
          <ac:chgData name="RUPA SRI" userId="8f9b0713fd853c88" providerId="LiveId" clId="{2D04160A-9DA6-42C6-8E0A-C632B9FFACE2}" dt="2026-06-05T07:26:55.750" v="876" actId="478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 mod">
        <pc:chgData name="RUPA SRI" userId="8f9b0713fd853c88" providerId="LiveId" clId="{2D04160A-9DA6-42C6-8E0A-C632B9FFACE2}" dt="2026-06-05T07:34:51.773" v="918" actId="14100"/>
        <pc:sldMkLst>
          <pc:docMk/>
          <pc:sldMk cId="0" sldId="264"/>
        </pc:sldMkLst>
        <pc:spChg chg="mod">
          <ac:chgData name="RUPA SRI" userId="8f9b0713fd853c88" providerId="LiveId" clId="{2D04160A-9DA6-42C6-8E0A-C632B9FFACE2}" dt="2026-06-05T07:25:18.456" v="866" actId="20577"/>
          <ac:spMkLst>
            <pc:docMk/>
            <pc:sldMk cId="0" sldId="264"/>
            <ac:spMk id="2" creationId="{B84A7B44-8B20-5A39-ED43-DA98D0FC7976}"/>
          </ac:spMkLst>
        </pc:spChg>
        <pc:spChg chg="mod">
          <ac:chgData name="RUPA SRI" userId="8f9b0713fd853c88" providerId="LiveId" clId="{2D04160A-9DA6-42C6-8E0A-C632B9FFACE2}" dt="2026-06-05T07:34:47.648" v="917" actId="14100"/>
          <ac:spMkLst>
            <pc:docMk/>
            <pc:sldMk cId="0" sldId="264"/>
            <ac:spMk id="3" creationId="{322462E8-EB3A-DA7D-44CB-4E757803A755}"/>
          </ac:spMkLst>
        </pc:spChg>
        <pc:picChg chg="add del mod">
          <ac:chgData name="RUPA SRI" userId="8f9b0713fd853c88" providerId="LiveId" clId="{2D04160A-9DA6-42C6-8E0A-C632B9FFACE2}" dt="2026-06-05T07:33:20.416" v="913" actId="478"/>
          <ac:picMkLst>
            <pc:docMk/>
            <pc:sldMk cId="0" sldId="264"/>
            <ac:picMk id="5" creationId="{4CAAB3D5-A256-B6CA-51E4-02F7DE1BA61C}"/>
          </ac:picMkLst>
        </pc:picChg>
        <pc:picChg chg="add mod">
          <ac:chgData name="RUPA SRI" userId="8f9b0713fd853c88" providerId="LiveId" clId="{2D04160A-9DA6-42C6-8E0A-C632B9FFACE2}" dt="2026-06-05T07:34:51.773" v="918" actId="14100"/>
          <ac:picMkLst>
            <pc:docMk/>
            <pc:sldMk cId="0" sldId="264"/>
            <ac:picMk id="7" creationId="{B59E94F0-F835-DFBC-CE0C-F9FAB37E1AA1}"/>
          </ac:picMkLst>
        </pc:picChg>
        <pc:picChg chg="del">
          <ac:chgData name="RUPA SRI" userId="8f9b0713fd853c88" providerId="LiveId" clId="{2D04160A-9DA6-42C6-8E0A-C632B9FFACE2}" dt="2026-06-05T07:34:31.929" v="914" actId="478"/>
          <ac:picMkLst>
            <pc:docMk/>
            <pc:sldMk cId="0" sldId="264"/>
            <ac:picMk id="196" creationId="{00000000-0000-0000-0000-000000000000}"/>
          </ac:picMkLst>
        </pc:picChg>
      </pc:sldChg>
      <pc:sldChg chg="modSp mod">
        <pc:chgData name="RUPA SRI" userId="8f9b0713fd853c88" providerId="LiveId" clId="{2D04160A-9DA6-42C6-8E0A-C632B9FFACE2}" dt="2026-06-05T09:00:34.033" v="1190" actId="20577"/>
        <pc:sldMkLst>
          <pc:docMk/>
          <pc:sldMk cId="2115484872" sldId="277"/>
        </pc:sldMkLst>
        <pc:spChg chg="mod">
          <ac:chgData name="RUPA SRI" userId="8f9b0713fd853c88" providerId="LiveId" clId="{2D04160A-9DA6-42C6-8E0A-C632B9FFACE2}" dt="2026-06-05T08:41:17.760" v="979" actId="20577"/>
          <ac:spMkLst>
            <pc:docMk/>
            <pc:sldMk cId="2115484872" sldId="277"/>
            <ac:spMk id="278" creationId="{D62F03A8-A8A8-CB93-006E-7173DC866F6F}"/>
          </ac:spMkLst>
        </pc:spChg>
        <pc:spChg chg="mod">
          <ac:chgData name="RUPA SRI" userId="8f9b0713fd853c88" providerId="LiveId" clId="{2D04160A-9DA6-42C6-8E0A-C632B9FFACE2}" dt="2026-06-05T09:00:34.033" v="1190" actId="20577"/>
          <ac:spMkLst>
            <pc:docMk/>
            <pc:sldMk cId="2115484872" sldId="277"/>
            <ac:spMk id="279" creationId="{15507A2F-9304-7475-5C74-2BAA93879CFE}"/>
          </ac:spMkLst>
        </pc:spChg>
      </pc:sldChg>
      <pc:sldChg chg="del">
        <pc:chgData name="RUPA SRI" userId="8f9b0713fd853c88" providerId="LiveId" clId="{2D04160A-9DA6-42C6-8E0A-C632B9FFACE2}" dt="2026-06-05T07:29:59.722" v="888" actId="47"/>
        <pc:sldMkLst>
          <pc:docMk/>
          <pc:sldMk cId="3764405840" sldId="278"/>
        </pc:sldMkLst>
      </pc:sldChg>
      <pc:sldChg chg="addSp delSp modSp mod">
        <pc:chgData name="RUPA SRI" userId="8f9b0713fd853c88" providerId="LiveId" clId="{2D04160A-9DA6-42C6-8E0A-C632B9FFACE2}" dt="2026-06-05T07:21:23.298" v="853" actId="13822"/>
        <pc:sldMkLst>
          <pc:docMk/>
          <pc:sldMk cId="2772501912" sldId="279"/>
        </pc:sldMkLst>
        <pc:spChg chg="mod">
          <ac:chgData name="RUPA SRI" userId="8f9b0713fd853c88" providerId="LiveId" clId="{2D04160A-9DA6-42C6-8E0A-C632B9FFACE2}" dt="2026-06-05T07:05:17.404" v="714" actId="115"/>
          <ac:spMkLst>
            <pc:docMk/>
            <pc:sldMk cId="2772501912" sldId="279"/>
            <ac:spMk id="2" creationId="{B64CF172-D2AF-03D8-F919-AA7827A0D969}"/>
          </ac:spMkLst>
        </pc:spChg>
        <pc:spChg chg="add mod">
          <ac:chgData name="RUPA SRI" userId="8f9b0713fd853c88" providerId="LiveId" clId="{2D04160A-9DA6-42C6-8E0A-C632B9FFACE2}" dt="2026-06-05T07:17:12.570" v="824" actId="13822"/>
          <ac:spMkLst>
            <pc:docMk/>
            <pc:sldMk cId="2772501912" sldId="279"/>
            <ac:spMk id="39" creationId="{7CF8EF40-B31C-E48A-94F3-AAA9E75FBC98}"/>
          </ac:spMkLst>
        </pc:spChg>
        <pc:spChg chg="add mod">
          <ac:chgData name="RUPA SRI" userId="8f9b0713fd853c88" providerId="LiveId" clId="{2D04160A-9DA6-42C6-8E0A-C632B9FFACE2}" dt="2026-06-05T07:17:31.943" v="826" actId="13822"/>
          <ac:spMkLst>
            <pc:docMk/>
            <pc:sldMk cId="2772501912" sldId="279"/>
            <ac:spMk id="40" creationId="{472BF4F3-A3C2-257F-5F8E-F73444BABC9E}"/>
          </ac:spMkLst>
        </pc:spChg>
        <pc:spChg chg="add del">
          <ac:chgData name="RUPA SRI" userId="8f9b0713fd853c88" providerId="LiveId" clId="{2D04160A-9DA6-42C6-8E0A-C632B9FFACE2}" dt="2026-06-05T07:17:44.040" v="828" actId="478"/>
          <ac:spMkLst>
            <pc:docMk/>
            <pc:sldMk cId="2772501912" sldId="279"/>
            <ac:spMk id="41" creationId="{A0196000-1875-5C44-D464-B68F6636739A}"/>
          </ac:spMkLst>
        </pc:spChg>
        <pc:spChg chg="add mod">
          <ac:chgData name="RUPA SRI" userId="8f9b0713fd853c88" providerId="LiveId" clId="{2D04160A-9DA6-42C6-8E0A-C632B9FFACE2}" dt="2026-06-05T07:17:59.136" v="831" actId="14100"/>
          <ac:spMkLst>
            <pc:docMk/>
            <pc:sldMk cId="2772501912" sldId="279"/>
            <ac:spMk id="42" creationId="{44486497-1074-D5D7-D407-7FFBB20ACD4C}"/>
          </ac:spMkLst>
        </pc:spChg>
        <pc:spChg chg="add del">
          <ac:chgData name="RUPA SRI" userId="8f9b0713fd853c88" providerId="LiveId" clId="{2D04160A-9DA6-42C6-8E0A-C632B9FFACE2}" dt="2026-06-05T07:18:47.350" v="833" actId="478"/>
          <ac:spMkLst>
            <pc:docMk/>
            <pc:sldMk cId="2772501912" sldId="279"/>
            <ac:spMk id="43" creationId="{C40C66AB-2690-7946-5CB3-DD59F8CBE991}"/>
          </ac:spMkLst>
        </pc:spChg>
        <pc:spChg chg="add del mod">
          <ac:chgData name="RUPA SRI" userId="8f9b0713fd853c88" providerId="LiveId" clId="{2D04160A-9DA6-42C6-8E0A-C632B9FFACE2}" dt="2026-06-05T07:19:52.169" v="836" actId="478"/>
          <ac:spMkLst>
            <pc:docMk/>
            <pc:sldMk cId="2772501912" sldId="279"/>
            <ac:spMk id="44" creationId="{CDD39D77-75FC-9A52-E7D6-24654BEAB1AE}"/>
          </ac:spMkLst>
        </pc:spChg>
        <pc:spChg chg="add del mod">
          <ac:chgData name="RUPA SRI" userId="8f9b0713fd853c88" providerId="LiveId" clId="{2D04160A-9DA6-42C6-8E0A-C632B9FFACE2}" dt="2026-06-05T07:20:11.066" v="840" actId="478"/>
          <ac:spMkLst>
            <pc:docMk/>
            <pc:sldMk cId="2772501912" sldId="279"/>
            <ac:spMk id="45" creationId="{4432D477-9A77-44D6-DCAB-8BDA6908D010}"/>
          </ac:spMkLst>
        </pc:spChg>
        <pc:spChg chg="add mod">
          <ac:chgData name="RUPA SRI" userId="8f9b0713fd853c88" providerId="LiveId" clId="{2D04160A-9DA6-42C6-8E0A-C632B9FFACE2}" dt="2026-06-05T07:20:22.631" v="843" actId="13822"/>
          <ac:spMkLst>
            <pc:docMk/>
            <pc:sldMk cId="2772501912" sldId="279"/>
            <ac:spMk id="46" creationId="{3B69E589-9964-189F-A077-D251AAEB384E}"/>
          </ac:spMkLst>
        </pc:spChg>
        <pc:spChg chg="add mod">
          <ac:chgData name="RUPA SRI" userId="8f9b0713fd853c88" providerId="LiveId" clId="{2D04160A-9DA6-42C6-8E0A-C632B9FFACE2}" dt="2026-06-05T07:20:36.337" v="845" actId="13822"/>
          <ac:spMkLst>
            <pc:docMk/>
            <pc:sldMk cId="2772501912" sldId="279"/>
            <ac:spMk id="47" creationId="{F6626B6C-06D2-57DF-3A97-B2810C101609}"/>
          </ac:spMkLst>
        </pc:spChg>
        <pc:spChg chg="add mod">
          <ac:chgData name="RUPA SRI" userId="8f9b0713fd853c88" providerId="LiveId" clId="{2D04160A-9DA6-42C6-8E0A-C632B9FFACE2}" dt="2026-06-05T07:21:05.743" v="849" actId="1076"/>
          <ac:spMkLst>
            <pc:docMk/>
            <pc:sldMk cId="2772501912" sldId="279"/>
            <ac:spMk id="48" creationId="{4A3AC156-2257-4953-EE43-A2EB7881D886}"/>
          </ac:spMkLst>
        </pc:spChg>
        <pc:spChg chg="add mod">
          <ac:chgData name="RUPA SRI" userId="8f9b0713fd853c88" providerId="LiveId" clId="{2D04160A-9DA6-42C6-8E0A-C632B9FFACE2}" dt="2026-06-05T07:21:23.298" v="853" actId="13822"/>
          <ac:spMkLst>
            <pc:docMk/>
            <pc:sldMk cId="2772501912" sldId="279"/>
            <ac:spMk id="49" creationId="{3B76B9C5-4C14-A639-6412-A65882017DA5}"/>
          </ac:spMkLst>
        </pc:spChg>
        <pc:picChg chg="del">
          <ac:chgData name="RUPA SRI" userId="8f9b0713fd853c88" providerId="LiveId" clId="{2D04160A-9DA6-42C6-8E0A-C632B9FFACE2}" dt="2026-06-05T07:04:59.366" v="693" actId="478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RUPA SRI" userId="8f9b0713fd853c88" providerId="LiveId" clId="{2D04160A-9DA6-42C6-8E0A-C632B9FFACE2}" dt="2026-06-05T07:11:12.314" v="759" actId="1076"/>
          <ac:picMkLst>
            <pc:docMk/>
            <pc:sldMk cId="2772501912" sldId="279"/>
            <ac:picMk id="5" creationId="{CBFA411F-70C5-79AF-70F6-10CFD3F85ADE}"/>
          </ac:picMkLst>
        </pc:picChg>
        <pc:picChg chg="add mod">
          <ac:chgData name="RUPA SRI" userId="8f9b0713fd853c88" providerId="LiveId" clId="{2D04160A-9DA6-42C6-8E0A-C632B9FFACE2}" dt="2026-06-05T07:06:44.361" v="735" actId="14100"/>
          <ac:picMkLst>
            <pc:docMk/>
            <pc:sldMk cId="2772501912" sldId="279"/>
            <ac:picMk id="7" creationId="{69083FF2-EC1A-BCA9-B462-0F6F2EDE13CF}"/>
          </ac:picMkLst>
        </pc:picChg>
        <pc:picChg chg="add mod">
          <ac:chgData name="RUPA SRI" userId="8f9b0713fd853c88" providerId="LiveId" clId="{2D04160A-9DA6-42C6-8E0A-C632B9FFACE2}" dt="2026-06-05T07:06:39.422" v="734" actId="14100"/>
          <ac:picMkLst>
            <pc:docMk/>
            <pc:sldMk cId="2772501912" sldId="279"/>
            <ac:picMk id="9" creationId="{23953A71-792E-5297-F89A-C79E0584E448}"/>
          </ac:picMkLst>
        </pc:picChg>
        <pc:picChg chg="add mod">
          <ac:chgData name="RUPA SRI" userId="8f9b0713fd853c88" providerId="LiveId" clId="{2D04160A-9DA6-42C6-8E0A-C632B9FFACE2}" dt="2026-06-05T07:07:41.031" v="748" actId="14100"/>
          <ac:picMkLst>
            <pc:docMk/>
            <pc:sldMk cId="2772501912" sldId="279"/>
            <ac:picMk id="11" creationId="{D510DFE3-F5A6-61D4-D670-AD6979739ABD}"/>
          </ac:picMkLst>
        </pc:picChg>
        <pc:picChg chg="add mod">
          <ac:chgData name="RUPA SRI" userId="8f9b0713fd853c88" providerId="LiveId" clId="{2D04160A-9DA6-42C6-8E0A-C632B9FFACE2}" dt="2026-06-05T07:20:06.201" v="838" actId="1076"/>
          <ac:picMkLst>
            <pc:docMk/>
            <pc:sldMk cId="2772501912" sldId="279"/>
            <ac:picMk id="13" creationId="{8D5198C0-995D-6913-5445-31EDAF9C3A85}"/>
          </ac:picMkLst>
        </pc:picChg>
        <pc:picChg chg="add mod">
          <ac:chgData name="RUPA SRI" userId="8f9b0713fd853c88" providerId="LiveId" clId="{2D04160A-9DA6-42C6-8E0A-C632B9FFACE2}" dt="2026-06-05T07:13:34.230" v="778" actId="14100"/>
          <ac:picMkLst>
            <pc:docMk/>
            <pc:sldMk cId="2772501912" sldId="279"/>
            <ac:picMk id="17" creationId="{60F6CD56-1585-1880-BB7F-6B33A20E0F9B}"/>
          </ac:picMkLst>
        </pc:picChg>
        <pc:picChg chg="add del mod">
          <ac:chgData name="RUPA SRI" userId="8f9b0713fd853c88" providerId="LiveId" clId="{2D04160A-9DA6-42C6-8E0A-C632B9FFACE2}" dt="2026-06-05T07:13:46.315" v="780" actId="478"/>
          <ac:picMkLst>
            <pc:docMk/>
            <pc:sldMk cId="2772501912" sldId="279"/>
            <ac:picMk id="19" creationId="{3A3026EF-700C-9971-28F3-51E81F1032A1}"/>
          </ac:picMkLst>
        </pc:picChg>
        <pc:picChg chg="add mod">
          <ac:chgData name="RUPA SRI" userId="8f9b0713fd853c88" providerId="LiveId" clId="{2D04160A-9DA6-42C6-8E0A-C632B9FFACE2}" dt="2026-06-05T07:14:14.257" v="785" actId="14100"/>
          <ac:picMkLst>
            <pc:docMk/>
            <pc:sldMk cId="2772501912" sldId="279"/>
            <ac:picMk id="21" creationId="{59774FA7-FC31-17CE-C1B7-7DF4E27F3AF2}"/>
          </ac:picMkLst>
        </pc:picChg>
        <pc:picChg chg="add mod">
          <ac:chgData name="RUPA SRI" userId="8f9b0713fd853c88" providerId="LiveId" clId="{2D04160A-9DA6-42C6-8E0A-C632B9FFACE2}" dt="2026-06-05T07:16:28.345" v="822" actId="14100"/>
          <ac:picMkLst>
            <pc:docMk/>
            <pc:sldMk cId="2772501912" sldId="279"/>
            <ac:picMk id="23" creationId="{19C7819D-15A7-FD1C-D15A-C94C1D7F40C6}"/>
          </ac:picMkLst>
        </pc:picChg>
        <pc:inkChg chg="add del">
          <ac:chgData name="RUPA SRI" userId="8f9b0713fd853c88" providerId="LiveId" clId="{2D04160A-9DA6-42C6-8E0A-C632B9FFACE2}" dt="2026-06-05T07:08:48.238" v="758" actId="9405"/>
          <ac:inkMkLst>
            <pc:docMk/>
            <pc:sldMk cId="2772501912" sldId="279"/>
            <ac:inkMk id="14" creationId="{0657D2CD-EA26-D804-C468-4B1DC3EB998A}"/>
          </ac:inkMkLst>
        </pc:inkChg>
        <pc:inkChg chg="add del">
          <ac:chgData name="RUPA SRI" userId="8f9b0713fd853c88" providerId="LiveId" clId="{2D04160A-9DA6-42C6-8E0A-C632B9FFACE2}" dt="2026-06-05T07:08:47.533" v="757" actId="9405"/>
          <ac:inkMkLst>
            <pc:docMk/>
            <pc:sldMk cId="2772501912" sldId="279"/>
            <ac:inkMk id="15" creationId="{81EA1C54-F60E-AE75-AE7A-1E295BE6D42D}"/>
          </ac:inkMkLst>
        </pc:inkChg>
        <pc:inkChg chg="add del">
          <ac:chgData name="RUPA SRI" userId="8f9b0713fd853c88" providerId="LiveId" clId="{2D04160A-9DA6-42C6-8E0A-C632B9FFACE2}" dt="2026-06-05T07:16:03.542" v="814" actId="9405"/>
          <ac:inkMkLst>
            <pc:docMk/>
            <pc:sldMk cId="2772501912" sldId="279"/>
            <ac:inkMk id="24" creationId="{5C6CCCA9-458C-5A98-1C6A-3B0DE73C572C}"/>
          </ac:inkMkLst>
        </pc:inkChg>
        <pc:inkChg chg="add del">
          <ac:chgData name="RUPA SRI" userId="8f9b0713fd853c88" providerId="LiveId" clId="{2D04160A-9DA6-42C6-8E0A-C632B9FFACE2}" dt="2026-06-05T07:15:11.125" v="799" actId="9405"/>
          <ac:inkMkLst>
            <pc:docMk/>
            <pc:sldMk cId="2772501912" sldId="279"/>
            <ac:inkMk id="25" creationId="{B5D37EC9-100C-2357-7BD2-D51235C1932D}"/>
          </ac:inkMkLst>
        </pc:inkChg>
        <pc:inkChg chg="add">
          <ac:chgData name="RUPA SRI" userId="8f9b0713fd853c88" providerId="LiveId" clId="{2D04160A-9DA6-42C6-8E0A-C632B9FFACE2}" dt="2026-06-05T07:14:55.801" v="793"/>
          <ac:inkMkLst>
            <pc:docMk/>
            <pc:sldMk cId="2772501912" sldId="279"/>
            <ac:inkMk id="26" creationId="{5CA6A814-C890-04B2-7A20-3B7C917684CD}"/>
          </ac:inkMkLst>
        </pc:inkChg>
        <pc:inkChg chg="add del">
          <ac:chgData name="RUPA SRI" userId="8f9b0713fd853c88" providerId="LiveId" clId="{2D04160A-9DA6-42C6-8E0A-C632B9FFACE2}" dt="2026-06-05T07:15:05.271" v="797" actId="9405"/>
          <ac:inkMkLst>
            <pc:docMk/>
            <pc:sldMk cId="2772501912" sldId="279"/>
            <ac:inkMk id="27" creationId="{B78D9C64-CD6D-B844-BAB2-A9D2D50BDA8B}"/>
          </ac:inkMkLst>
        </pc:inkChg>
        <pc:inkChg chg="add del">
          <ac:chgData name="RUPA SRI" userId="8f9b0713fd853c88" providerId="LiveId" clId="{2D04160A-9DA6-42C6-8E0A-C632B9FFACE2}" dt="2026-06-05T07:15:04.765" v="796" actId="9405"/>
          <ac:inkMkLst>
            <pc:docMk/>
            <pc:sldMk cId="2772501912" sldId="279"/>
            <ac:inkMk id="28" creationId="{AC6C68F6-94A4-842E-000C-13E1849FDFB5}"/>
          </ac:inkMkLst>
        </pc:inkChg>
        <pc:inkChg chg="add del">
          <ac:chgData name="RUPA SRI" userId="8f9b0713fd853c88" providerId="LiveId" clId="{2D04160A-9DA6-42C6-8E0A-C632B9FFACE2}" dt="2026-06-05T07:16:02.600" v="813" actId="9405"/>
          <ac:inkMkLst>
            <pc:docMk/>
            <pc:sldMk cId="2772501912" sldId="279"/>
            <ac:inkMk id="29" creationId="{2283150A-3FA3-8283-4988-4AEC9E6770B1}"/>
          </ac:inkMkLst>
        </pc:inkChg>
        <pc:inkChg chg="add del">
          <ac:chgData name="RUPA SRI" userId="8f9b0713fd853c88" providerId="LiveId" clId="{2D04160A-9DA6-42C6-8E0A-C632B9FFACE2}" dt="2026-06-05T07:15:58.845" v="812" actId="9405"/>
          <ac:inkMkLst>
            <pc:docMk/>
            <pc:sldMk cId="2772501912" sldId="279"/>
            <ac:inkMk id="30" creationId="{48473543-C25A-B789-4387-95B82CB6981E}"/>
          </ac:inkMkLst>
        </pc:inkChg>
        <pc:inkChg chg="add del">
          <ac:chgData name="RUPA SRI" userId="8f9b0713fd853c88" providerId="LiveId" clId="{2D04160A-9DA6-42C6-8E0A-C632B9FFACE2}" dt="2026-06-05T07:15:58.346" v="811" actId="9405"/>
          <ac:inkMkLst>
            <pc:docMk/>
            <pc:sldMk cId="2772501912" sldId="279"/>
            <ac:inkMk id="31" creationId="{9D32D820-44C7-0FEF-99CB-59B757C4A492}"/>
          </ac:inkMkLst>
        </pc:inkChg>
        <pc:inkChg chg="add del">
          <ac:chgData name="RUPA SRI" userId="8f9b0713fd853c88" providerId="LiveId" clId="{2D04160A-9DA6-42C6-8E0A-C632B9FFACE2}" dt="2026-06-05T07:15:58.136" v="810" actId="9405"/>
          <ac:inkMkLst>
            <pc:docMk/>
            <pc:sldMk cId="2772501912" sldId="279"/>
            <ac:inkMk id="32" creationId="{6BDAD690-5BF9-053A-9927-B47B0AF7B5D5}"/>
          </ac:inkMkLst>
        </pc:inkChg>
        <pc:inkChg chg="add del">
          <ac:chgData name="RUPA SRI" userId="8f9b0713fd853c88" providerId="LiveId" clId="{2D04160A-9DA6-42C6-8E0A-C632B9FFACE2}" dt="2026-06-05T07:15:57.391" v="809" actId="9405"/>
          <ac:inkMkLst>
            <pc:docMk/>
            <pc:sldMk cId="2772501912" sldId="279"/>
            <ac:inkMk id="33" creationId="{39953E9E-F00B-4E23-54EA-82DE516D1937}"/>
          </ac:inkMkLst>
        </pc:inkChg>
        <pc:inkChg chg="add del">
          <ac:chgData name="RUPA SRI" userId="8f9b0713fd853c88" providerId="LiveId" clId="{2D04160A-9DA6-42C6-8E0A-C632B9FFACE2}" dt="2026-06-05T07:15:56.955" v="808" actId="9405"/>
          <ac:inkMkLst>
            <pc:docMk/>
            <pc:sldMk cId="2772501912" sldId="279"/>
            <ac:inkMk id="34" creationId="{4D78138D-A90A-466A-7B62-1D60270C64A4}"/>
          </ac:inkMkLst>
        </pc:inkChg>
        <pc:inkChg chg="add del">
          <ac:chgData name="RUPA SRI" userId="8f9b0713fd853c88" providerId="LiveId" clId="{2D04160A-9DA6-42C6-8E0A-C632B9FFACE2}" dt="2026-06-05T07:15:56.454" v="807" actId="9405"/>
          <ac:inkMkLst>
            <pc:docMk/>
            <pc:sldMk cId="2772501912" sldId="279"/>
            <ac:inkMk id="35" creationId="{D9969E3F-A94E-5F94-CB73-1FD1653B8CA3}"/>
          </ac:inkMkLst>
        </pc:inkChg>
        <pc:inkChg chg="add del">
          <ac:chgData name="RUPA SRI" userId="8f9b0713fd853c88" providerId="LiveId" clId="{2D04160A-9DA6-42C6-8E0A-C632B9FFACE2}" dt="2026-06-05T07:16:19.899" v="820" actId="9405"/>
          <ac:inkMkLst>
            <pc:docMk/>
            <pc:sldMk cId="2772501912" sldId="279"/>
            <ac:inkMk id="36" creationId="{88F7A342-E7B6-F6DD-8855-E5FFA97BED9A}"/>
          </ac:inkMkLst>
        </pc:inkChg>
        <pc:inkChg chg="add del">
          <ac:chgData name="RUPA SRI" userId="8f9b0713fd853c88" providerId="LiveId" clId="{2D04160A-9DA6-42C6-8E0A-C632B9FFACE2}" dt="2026-06-05T07:16:19.671" v="819" actId="9405"/>
          <ac:inkMkLst>
            <pc:docMk/>
            <pc:sldMk cId="2772501912" sldId="279"/>
            <ac:inkMk id="37" creationId="{C23EBE5F-79EE-2885-3032-E8B9941A76E6}"/>
          </ac:inkMkLst>
        </pc:inkChg>
        <pc:inkChg chg="add del">
          <ac:chgData name="RUPA SRI" userId="8f9b0713fd853c88" providerId="LiveId" clId="{2D04160A-9DA6-42C6-8E0A-C632B9FFACE2}" dt="2026-06-05T07:16:18.972" v="818" actId="9405"/>
          <ac:inkMkLst>
            <pc:docMk/>
            <pc:sldMk cId="2772501912" sldId="279"/>
            <ac:inkMk id="38" creationId="{54827AC4-FA54-9B8B-6FB0-067A7D54773C}"/>
          </ac:inkMkLst>
        </pc:inkChg>
      </pc:sldChg>
      <pc:sldChg chg="addSp modSp mod">
        <pc:chgData name="RUPA SRI" userId="8f9b0713fd853c88" providerId="LiveId" clId="{2D04160A-9DA6-42C6-8E0A-C632B9FFACE2}" dt="2026-06-05T07:49:35.292" v="961" actId="14100"/>
        <pc:sldMkLst>
          <pc:docMk/>
          <pc:sldMk cId="2136706720" sldId="280"/>
        </pc:sldMkLst>
        <pc:spChg chg="mod">
          <ac:chgData name="RUPA SRI" userId="8f9b0713fd853c88" providerId="LiveId" clId="{2D04160A-9DA6-42C6-8E0A-C632B9FFACE2}" dt="2026-06-05T07:42:06.561" v="952" actId="14100"/>
          <ac:spMkLst>
            <pc:docMk/>
            <pc:sldMk cId="2136706720" sldId="280"/>
            <ac:spMk id="278" creationId="{0668C6FD-577A-7288-5642-1AFC22BD04F2}"/>
          </ac:spMkLst>
        </pc:spChg>
        <pc:spChg chg="mod">
          <ac:chgData name="RUPA SRI" userId="8f9b0713fd853c88" providerId="LiveId" clId="{2D04160A-9DA6-42C6-8E0A-C632B9FFACE2}" dt="2026-06-05T07:49:17.611" v="957" actId="14100"/>
          <ac:spMkLst>
            <pc:docMk/>
            <pc:sldMk cId="2136706720" sldId="280"/>
            <ac:spMk id="279" creationId="{EAFA16CB-0A72-5AC5-69A0-ABF4A752B43F}"/>
          </ac:spMkLst>
        </pc:spChg>
        <pc:picChg chg="add mod">
          <ac:chgData name="RUPA SRI" userId="8f9b0713fd853c88" providerId="LiveId" clId="{2D04160A-9DA6-42C6-8E0A-C632B9FFACE2}" dt="2026-06-05T07:49:35.292" v="961" actId="14100"/>
          <ac:picMkLst>
            <pc:docMk/>
            <pc:sldMk cId="2136706720" sldId="280"/>
            <ac:picMk id="3" creationId="{4A44F9C9-0FEC-58C4-3859-5CCD49489D19}"/>
          </ac:picMkLst>
        </pc:picChg>
      </pc:sldChg>
      <pc:sldChg chg="modSp mod">
        <pc:chgData name="RUPA SRI" userId="8f9b0713fd853c88" providerId="LiveId" clId="{2D04160A-9DA6-42C6-8E0A-C632B9FFACE2}" dt="2026-06-05T08:53:05.087" v="1181" actId="20577"/>
        <pc:sldMkLst>
          <pc:docMk/>
          <pc:sldMk cId="328526394" sldId="281"/>
        </pc:sldMkLst>
        <pc:spChg chg="mod">
          <ac:chgData name="RUPA SRI" userId="8f9b0713fd853c88" providerId="LiveId" clId="{2D04160A-9DA6-42C6-8E0A-C632B9FFACE2}" dt="2026-06-05T08:53:05.087" v="1181" actId="20577"/>
          <ac:spMkLst>
            <pc:docMk/>
            <pc:sldMk cId="328526394" sldId="281"/>
            <ac:spMk id="2" creationId="{9BB86949-7ED1-C43B-B1E3-5122BB67A596}"/>
          </ac:spMkLst>
        </pc:spChg>
        <pc:spChg chg="mod">
          <ac:chgData name="RUPA SRI" userId="8f9b0713fd853c88" providerId="LiveId" clId="{2D04160A-9DA6-42C6-8E0A-C632B9FFACE2}" dt="2026-06-05T06:40:12.583" v="559" actId="20577"/>
          <ac:spMkLst>
            <pc:docMk/>
            <pc:sldMk cId="328526394" sldId="281"/>
            <ac:spMk id="135" creationId="{2A145802-2DD3-EEBA-7D44-210C05B98C91}"/>
          </ac:spMkLst>
        </pc:spChg>
      </pc:sldChg>
      <pc:sldChg chg="modSp mod">
        <pc:chgData name="RUPA SRI" userId="8f9b0713fd853c88" providerId="LiveId" clId="{2D04160A-9DA6-42C6-8E0A-C632B9FFACE2}" dt="2026-06-05T06:43:15.119" v="666" actId="14100"/>
        <pc:sldMkLst>
          <pc:docMk/>
          <pc:sldMk cId="2952584201" sldId="282"/>
        </pc:sldMkLst>
        <pc:spChg chg="mod">
          <ac:chgData name="RUPA SRI" userId="8f9b0713fd853c88" providerId="LiveId" clId="{2D04160A-9DA6-42C6-8E0A-C632B9FFACE2}" dt="2026-06-05T06:43:15.119" v="666" actId="14100"/>
          <ac:spMkLst>
            <pc:docMk/>
            <pc:sldMk cId="2952584201" sldId="282"/>
            <ac:spMk id="2" creationId="{C6F6745E-14BA-0766-CE1E-32E29663832D}"/>
          </ac:spMkLst>
        </pc:spChg>
        <pc:spChg chg="mod">
          <ac:chgData name="RUPA SRI" userId="8f9b0713fd853c88" providerId="LiveId" clId="{2D04160A-9DA6-42C6-8E0A-C632B9FFACE2}" dt="2026-06-05T06:26:24.181" v="346" actId="115"/>
          <ac:spMkLst>
            <pc:docMk/>
            <pc:sldMk cId="2952584201" sldId="282"/>
            <ac:spMk id="3" creationId="{3847FA31-EA47-D27A-9D69-AF50A3080AEC}"/>
          </ac:spMkLst>
        </pc:spChg>
      </pc:sldChg>
      <pc:sldChg chg="modSp mod">
        <pc:chgData name="RUPA SRI" userId="8f9b0713fd853c88" providerId="LiveId" clId="{2D04160A-9DA6-42C6-8E0A-C632B9FFACE2}" dt="2026-06-05T06:10:12.923" v="21" actId="207"/>
        <pc:sldMkLst>
          <pc:docMk/>
          <pc:sldMk cId="957564641" sldId="283"/>
        </pc:sldMkLst>
        <pc:spChg chg="mod">
          <ac:chgData name="RUPA SRI" userId="8f9b0713fd853c88" providerId="LiveId" clId="{2D04160A-9DA6-42C6-8E0A-C632B9FFACE2}" dt="2026-06-05T06:10:12.923" v="21" actId="207"/>
          <ac:spMkLst>
            <pc:docMk/>
            <pc:sldMk cId="957564641" sldId="283"/>
            <ac:spMk id="3" creationId="{FFAB85A1-2169-FF43-3E91-E2E8ADA742FF}"/>
          </ac:spMkLst>
        </pc:spChg>
      </pc:sldChg>
      <pc:sldChg chg="addSp modSp mod">
        <pc:chgData name="RUPA SRI" userId="8f9b0713fd853c88" providerId="LiveId" clId="{2D04160A-9DA6-42C6-8E0A-C632B9FFACE2}" dt="2026-06-05T07:40:45.830" v="947" actId="20577"/>
        <pc:sldMkLst>
          <pc:docMk/>
          <pc:sldMk cId="4218467252" sldId="284"/>
        </pc:sldMkLst>
        <pc:spChg chg="mod">
          <ac:chgData name="RUPA SRI" userId="8f9b0713fd853c88" providerId="LiveId" clId="{2D04160A-9DA6-42C6-8E0A-C632B9FFACE2}" dt="2026-06-05T07:40:45.830" v="947" actId="20577"/>
          <ac:spMkLst>
            <pc:docMk/>
            <pc:sldMk cId="4218467252" sldId="284"/>
            <ac:spMk id="2" creationId="{07CFCB91-EF22-EB8C-5B0D-4D46021F0245}"/>
          </ac:spMkLst>
        </pc:spChg>
        <pc:spChg chg="mod">
          <ac:chgData name="RUPA SRI" userId="8f9b0713fd853c88" providerId="LiveId" clId="{2D04160A-9DA6-42C6-8E0A-C632B9FFACE2}" dt="2026-06-05T06:25:08.252" v="338" actId="20577"/>
          <ac:spMkLst>
            <pc:docMk/>
            <pc:sldMk cId="4218467252" sldId="284"/>
            <ac:spMk id="3" creationId="{FBD926A1-0833-2949-651F-2AAB4D91A8C9}"/>
          </ac:spMkLst>
        </pc:spChg>
        <pc:picChg chg="add mod">
          <ac:chgData name="RUPA SRI" userId="8f9b0713fd853c88" providerId="LiveId" clId="{2D04160A-9DA6-42C6-8E0A-C632B9FFACE2}" dt="2026-06-05T07:04:02.728" v="692" actId="14100"/>
          <ac:picMkLst>
            <pc:docMk/>
            <pc:sldMk cId="4218467252" sldId="284"/>
            <ac:picMk id="5" creationId="{60D2A27A-D642-0AC7-637D-136C5F057381}"/>
          </ac:picMkLst>
        </pc:picChg>
      </pc:sldChg>
      <pc:sldChg chg="modSp mod">
        <pc:chgData name="RUPA SRI" userId="8f9b0713fd853c88" providerId="LiveId" clId="{2D04160A-9DA6-42C6-8E0A-C632B9FFACE2}" dt="2026-06-05T06:43:29.870" v="668" actId="14100"/>
        <pc:sldMkLst>
          <pc:docMk/>
          <pc:sldMk cId="2290294991" sldId="285"/>
        </pc:sldMkLst>
        <pc:spChg chg="mod">
          <ac:chgData name="RUPA SRI" userId="8f9b0713fd853c88" providerId="LiveId" clId="{2D04160A-9DA6-42C6-8E0A-C632B9FFACE2}" dt="2026-06-05T06:43:29.870" v="668" actId="14100"/>
          <ac:spMkLst>
            <pc:docMk/>
            <pc:sldMk cId="2290294991" sldId="285"/>
            <ac:spMk id="2" creationId="{4A1BF701-ABCA-4DF0-8330-B6AF71EF8E39}"/>
          </ac:spMkLst>
        </pc:spChg>
        <pc:spChg chg="mod">
          <ac:chgData name="RUPA SRI" userId="8f9b0713fd853c88" providerId="LiveId" clId="{2D04160A-9DA6-42C6-8E0A-C632B9FFACE2}" dt="2026-06-05T06:29:01.526" v="360" actId="115"/>
          <ac:spMkLst>
            <pc:docMk/>
            <pc:sldMk cId="2290294991" sldId="285"/>
            <ac:spMk id="3" creationId="{527F30CC-07EF-8FCC-DA00-C9212F5DAECE}"/>
          </ac:spMkLst>
        </pc:spChg>
      </pc:sldChg>
      <pc:sldChg chg="addSp modSp mod">
        <pc:chgData name="RUPA SRI" userId="8f9b0713fd853c88" providerId="LiveId" clId="{2D04160A-9DA6-42C6-8E0A-C632B9FFACE2}" dt="2026-06-05T07:51:49.639" v="966" actId="20577"/>
        <pc:sldMkLst>
          <pc:docMk/>
          <pc:sldMk cId="917964102" sldId="286"/>
        </pc:sldMkLst>
        <pc:spChg chg="mod">
          <ac:chgData name="RUPA SRI" userId="8f9b0713fd853c88" providerId="LiveId" clId="{2D04160A-9DA6-42C6-8E0A-C632B9FFACE2}" dt="2026-06-05T07:32:10.415" v="909" actId="20577"/>
          <ac:spMkLst>
            <pc:docMk/>
            <pc:sldMk cId="917964102" sldId="286"/>
            <ac:spMk id="2" creationId="{6FA184BA-BCF2-3D7B-30D0-0F3CF30C161B}"/>
          </ac:spMkLst>
        </pc:spChg>
        <pc:spChg chg="mod">
          <ac:chgData name="RUPA SRI" userId="8f9b0713fd853c88" providerId="LiveId" clId="{2D04160A-9DA6-42C6-8E0A-C632B9FFACE2}" dt="2026-06-05T07:51:49.639" v="966" actId="20577"/>
          <ac:spMkLst>
            <pc:docMk/>
            <pc:sldMk cId="917964102" sldId="286"/>
            <ac:spMk id="3" creationId="{ED65F54F-855A-0DB6-09A6-3212C5F7405B}"/>
          </ac:spMkLst>
        </pc:spChg>
        <pc:picChg chg="add mod">
          <ac:chgData name="RUPA SRI" userId="8f9b0713fd853c88" providerId="LiveId" clId="{2D04160A-9DA6-42C6-8E0A-C632B9FFACE2}" dt="2026-06-05T07:50:24.085" v="964" actId="14100"/>
          <ac:picMkLst>
            <pc:docMk/>
            <pc:sldMk cId="917964102" sldId="286"/>
            <ac:picMk id="5" creationId="{DB82C49D-A396-B595-E1CD-C879842840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“Exploring the Power of Agentic AI with IBM Granite and Orchestrate”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111240385"/>
              </p:ext>
            </p:extLst>
          </p:nvPr>
        </p:nvGraphicFramePr>
        <p:xfrm>
          <a:off x="1299257" y="2052138"/>
          <a:ext cx="9783344" cy="4228082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76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5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02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85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  CHIPPA RUPASRI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/>
                        <a:t>chipparupasri@gmail.com</a:t>
                      </a:r>
                      <a:endParaRPr sz="1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</a:t>
                      </a:r>
                      <a:r>
                        <a:rPr lang="en-US" sz="1600" b="1" dirty="0"/>
                        <a:t>7981638939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404660" y="1460724"/>
            <a:ext cx="10081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Domain of the Project – </a:t>
            </a:r>
            <a:r>
              <a:rPr lang="en-US" sz="2400" dirty="0"/>
              <a:t>Travel &amp; Tourism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016751" y="256232"/>
            <a:ext cx="9770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2400" b="1" dirty="0"/>
              <a:t>Project Title – </a:t>
            </a:r>
            <a:r>
              <a:rPr lang="en-US" sz="2400" dirty="0"/>
              <a:t>Travel Planner Agent – AI-Powered Personalized Travel Assistant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E9EEB-AF4E-0BFF-1B96-7B50956E0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30" y="3482962"/>
            <a:ext cx="2532184" cy="27972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02418" y="994787"/>
            <a:ext cx="10680694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Planner Agent – AI-Powered Personalized Travel Assistant</a:t>
            </a:r>
          </a:p>
          <a:p>
            <a:pPr fontAlgn="base"/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pPr fontAlgn="base">
              <a:lnSpc>
                <a:spcPct val="150000"/>
              </a:lnSpc>
            </a:pPr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 trip can be stressful and time-consuming. Travelers often need to search multiple websites for destinations, accommodations, transportation, weather conditions, and local attractions. This scattered information makes travel planning inefficient and overwhelming.</a:t>
            </a:r>
          </a:p>
          <a:p>
            <a:pPr fontAlgn="base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:</a:t>
            </a:r>
          </a:p>
          <a:p>
            <a:pPr fontAlgn="base"/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AI-powered Travel Planner Agent that helps users plan trips efficiently and intelligently.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destinations based on user preferences.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travel itineraries.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hotels and accommodations.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transportation options.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budget-friendly travel plans.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travel tips and attraction recommendations.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 seamless travel planning experience.</a:t>
            </a:r>
          </a:p>
          <a:p>
            <a:pPr fontAlgn="base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02418" y="432080"/>
            <a:ext cx="7288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Problem Statement -</a:t>
            </a: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221065" y="673240"/>
            <a:ext cx="11053488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used IBM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 + IBM Granite Model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US" sz="1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 :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and manage the Travel Planner Agent.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interactions and travel planning workflows.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 different travel-planning tasks in a single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conversational interface.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Agentic AI capabilities through intelligent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decision-making. </a:t>
            </a:r>
          </a:p>
          <a:p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Foundation Model :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Powers the intelligence behind the Travel Planner Agent.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user travel requirements and preferences.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travel recommendations.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day-wise itineraries and travel suggestions.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Prompt Engineering :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instructions were designed to guide the agent's behavior.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874207" y="381837"/>
            <a:ext cx="6916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Technology Used : </a:t>
            </a:r>
            <a:endParaRPr lang="en-IN" sz="24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2A27A-D642-0AC7-637D-136C5F057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89" y="777875"/>
            <a:ext cx="6333811" cy="530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05733" y="904353"/>
            <a:ext cx="11069968" cy="6760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AI-Powered Travel Planner Agent</a:t>
            </a:r>
          </a:p>
          <a:p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an AI-powered Travel Planner Agent built using IBM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 and IBM Granite Models. The system helps users create personalized travel plans based on their budget, travel dates, interests, and destination preferences.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Travel Planner Agent interacts with users through a conversational interface and gathers travel requirements such as source location, destination, budget, duration, and interests.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IBM Granite Models, the agent analyzes user preferences and generates: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destination recommendations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Day-wise travel itineraries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and accommodation suggestions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recommendations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Budget-aware travel plans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tips and attraction suggestions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simplifies travel planning by providing all required information in a single intelligent assistant.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</a:t>
            </a:r>
          </a:p>
          <a:p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Personalized Trip Planning                                              ✅ Day-Wise Itinerary Generation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Budget-Based Recommendation                                     ✅ Hotel Recommendations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05733" y="371790"/>
            <a:ext cx="7284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Proposed Solution -</a:t>
            </a: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7310173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u="sng" dirty="0"/>
              <a:t>IBM </a:t>
            </a:r>
            <a:r>
              <a:rPr lang="en-US" sz="2400" b="1" u="sng" dirty="0" err="1"/>
              <a:t>Watsonx</a:t>
            </a:r>
            <a:r>
              <a:rPr lang="en-US" sz="2400" b="1" u="sng" dirty="0"/>
              <a:t> Orchestrate Components Used :</a:t>
            </a: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537590" y="863187"/>
            <a:ext cx="10837143" cy="5625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: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Planner Agent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AI agent created in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Orchestrate. And Handles user interactions and travel planning requests. </a:t>
            </a: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Welcome Message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Greets users and introduces the Travel Planner Agent. Provides an engaging starting experience. </a:t>
            </a: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Quick Start Prompts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Predefined travel planning queries. Helps users quickly explore the agent's capabilities. 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a 3-day trip to Goa under ₹15,000.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 the best destinations for a family vacation in India. </a:t>
            </a: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Behavior Instructions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how the agent should respond.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Guides itinerary generation, destination recommendations, hotel suggestions, and travel tips.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Foundation Model (IBM Granite):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 natural language understanding.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travel plans and itineraries. 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411982" y="120580"/>
            <a:ext cx="6034537" cy="65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sng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Orchestrate</a:t>
            </a:r>
            <a:r>
              <a:rPr lang="en-US" sz="3500" b="1" i="0" u="sng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u="sng" dirty="0">
                <a:sym typeface="Times New Roman"/>
              </a:rPr>
              <a:t>workflow -</a:t>
            </a:r>
            <a:endParaRPr sz="2400" b="1" u="sng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A411F-70C5-79AF-70F6-10CFD3F85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82" y="691359"/>
            <a:ext cx="3014508" cy="1730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083FF2-EC1A-BCA9-B462-0F6F2EDE1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581" y="691359"/>
            <a:ext cx="3205426" cy="1730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953A71-792E-5297-F89A-C79E0584E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098" y="691359"/>
            <a:ext cx="3861919" cy="17302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10DFE3-F5A6-61D4-D670-AD6979739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098" y="2964263"/>
            <a:ext cx="3861919" cy="14720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5198C0-995D-6913-5445-31EDAF9C3A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580" y="2992431"/>
            <a:ext cx="3205427" cy="14720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F6CD56-1585-1880-BB7F-6B33A20E0F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982" y="2964263"/>
            <a:ext cx="3093218" cy="14720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774FA7-FC31-17CE-C1B7-7DF4E27F3A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982" y="4864334"/>
            <a:ext cx="3093218" cy="17302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9C7819D-15A7-FD1C-D15A-C94C1D7F4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9580" y="4864334"/>
            <a:ext cx="3205427" cy="1730293"/>
          </a:xfrm>
          <a:prstGeom prst="rect">
            <a:avLst/>
          </a:prstGeom>
        </p:spPr>
      </p:pic>
      <p:sp>
        <p:nvSpPr>
          <p:cNvPr id="39" name="Arrow: Right 38">
            <a:extLst>
              <a:ext uri="{FF2B5EF4-FFF2-40B4-BE49-F238E27FC236}">
                <a16:creationId xmlns:a16="http://schemas.microsoft.com/office/drawing/2014/main" id="{7CF8EF40-B31C-E48A-94F3-AAA9E75FBC98}"/>
              </a:ext>
            </a:extLst>
          </p:cNvPr>
          <p:cNvSpPr/>
          <p:nvPr/>
        </p:nvSpPr>
        <p:spPr>
          <a:xfrm>
            <a:off x="3426490" y="1342526"/>
            <a:ext cx="643090" cy="26275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72BF4F3-A3C2-257F-5F8E-F73444BABC9E}"/>
              </a:ext>
            </a:extLst>
          </p:cNvPr>
          <p:cNvSpPr/>
          <p:nvPr/>
        </p:nvSpPr>
        <p:spPr>
          <a:xfrm>
            <a:off x="7386320" y="1342526"/>
            <a:ext cx="531778" cy="26275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44486497-1074-D5D7-D407-7FFBB20ACD4C}"/>
              </a:ext>
            </a:extLst>
          </p:cNvPr>
          <p:cNvSpPr/>
          <p:nvPr/>
        </p:nvSpPr>
        <p:spPr>
          <a:xfrm>
            <a:off x="9994870" y="2421652"/>
            <a:ext cx="266730" cy="54261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3B69E589-9964-189F-A077-D251AAEB384E}"/>
              </a:ext>
            </a:extLst>
          </p:cNvPr>
          <p:cNvSpPr/>
          <p:nvPr/>
        </p:nvSpPr>
        <p:spPr>
          <a:xfrm>
            <a:off x="7275007" y="3586480"/>
            <a:ext cx="643091" cy="239484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Left 46">
            <a:extLst>
              <a:ext uri="{FF2B5EF4-FFF2-40B4-BE49-F238E27FC236}">
                <a16:creationId xmlns:a16="http://schemas.microsoft.com/office/drawing/2014/main" id="{F6626B6C-06D2-57DF-3A97-B2810C101609}"/>
              </a:ext>
            </a:extLst>
          </p:cNvPr>
          <p:cNvSpPr/>
          <p:nvPr/>
        </p:nvSpPr>
        <p:spPr>
          <a:xfrm>
            <a:off x="3505200" y="3586480"/>
            <a:ext cx="564380" cy="222323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4A3AC156-2257-4953-EE43-A2EB7881D886}"/>
              </a:ext>
            </a:extLst>
          </p:cNvPr>
          <p:cNvSpPr/>
          <p:nvPr/>
        </p:nvSpPr>
        <p:spPr>
          <a:xfrm>
            <a:off x="1665236" y="4328160"/>
            <a:ext cx="254000" cy="53617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3B76B9C5-4C14-A639-6412-A65882017DA5}"/>
              </a:ext>
            </a:extLst>
          </p:cNvPr>
          <p:cNvSpPr/>
          <p:nvPr/>
        </p:nvSpPr>
        <p:spPr>
          <a:xfrm>
            <a:off x="3505200" y="5667760"/>
            <a:ext cx="564380" cy="2223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396240" y="142240"/>
            <a:ext cx="6050279" cy="62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:</a:t>
            </a:r>
            <a:endParaRPr lang="en-US" sz="28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059A1-A449-6A2B-9008-6BF5D6ADF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771746"/>
            <a:ext cx="11734800" cy="5763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Role of Agentic AI in the solution : </a:t>
            </a:r>
            <a:endParaRPr lang="en-IN" sz="28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6642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Agentic AI in Travel Planner Agent 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 enables the Travel Planner Agent to function as an intelligent and autonomous travel assistant.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understands user preferences, travel goals, budgets, and interests, then independently generates personalized travel recommendations and itineraries.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 allows the agent to: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travel requirements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destination recommendations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customized itineraries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accommodations and transportation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travel guidance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continuously adapting recommendations based on user input, the Travel Planner Agent delivers a personalized and goal-oriented travel planning experience.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9E94F0-F835-DFBC-CE0C-F9FAB37E1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840" y="0"/>
            <a:ext cx="49773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and Uniqueness :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294640" y="1178560"/>
            <a:ext cx="117845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Travel Planning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customized travel plans based on user preferences.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Itinerary Generation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creates detailed day-wise schedules.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Optimization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travel options within user budgets.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Recommendations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destination, accommodation, and transportation suggestions.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User Experience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interact naturally with the travel assistant.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Agentic AI Integration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IBM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 and Granite Models for intelligent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travel planning.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2C49D-A396-B595-E1CD-C87984284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480" y="0"/>
            <a:ext cx="4795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820" y="420729"/>
            <a:ext cx="686940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sng" dirty="0">
                <a:sym typeface="Times New Roman"/>
              </a:rPr>
              <a:t>Git Hub Link :</a:t>
            </a:r>
            <a:endParaRPr sz="2400" b="1" u="sng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592854" y="612949"/>
            <a:ext cx="9961032" cy="488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Repository Name: Travel-Planner-Agent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URL: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https://github.com/Chipparupasri123/Travel-Planner-Agent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🎥 Demo Video: https://drive.google.com/file/d/11ehowYHljfvEcRa2AtZn1afLlGlZGOw1/view?usp=sharing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Repository Contents: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1)README.md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2)Travel Planner Agent.pdf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3)Travel Planner Agent Presentation.pptx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4)Screenshots Folder</a:t>
            </a:r>
            <a:endParaRPr sz="18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557847" y="0"/>
            <a:ext cx="7468553" cy="112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u="sng" dirty="0">
                <a:sym typeface="Times New Roman"/>
              </a:rPr>
              <a:t>Future Scope :</a:t>
            </a:r>
            <a:endParaRPr sz="2800" b="1" u="sng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216272" y="914400"/>
            <a:ext cx="10217032" cy="552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Real-Time Booking Integration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flight, train, bus, and hotel booking platforms.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make reservations directly through the Travel Planner Agent.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Weather-Aware Travel Planning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weather APIs to provide live weather forecasts.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suggest itinerary changes during adverse weather conditions.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Voice-Based Travel Assistant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interact using voice commands.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accessibility and user convenience.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Multilingual Support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regional and international languages.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users from diverse backgrounds plan trips easily.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AI-Powered Expense Tracking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travel expenses in real time.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budget optimization and spending insights. 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4F9C9-0FEC-58C4-3859-5CCD49489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0"/>
            <a:ext cx="4693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949</Words>
  <Application>Microsoft Office PowerPoint</Application>
  <PresentationFormat>Widescreen</PresentationFormat>
  <Paragraphs>184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RUPA SRI</cp:lastModifiedBy>
  <cp:revision>21</cp:revision>
  <dcterms:created xsi:type="dcterms:W3CDTF">2025-07-08T05:06:56Z</dcterms:created>
  <dcterms:modified xsi:type="dcterms:W3CDTF">2026-06-05T09:01:14Z</dcterms:modified>
</cp:coreProperties>
</file>